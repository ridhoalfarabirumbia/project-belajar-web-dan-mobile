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Default Extension="svg" ContentType="image/svg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authors.xml" ContentType="application/vnd.ms-powerpoint.author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1"/>
  </p:notesMasterIdLst>
  <p:sldIdLst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3" r:id="rId19"/>
    <p:sldId id="292" r:id="rId20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ACF75B-EFD4-483F-8A6A-29D38CBE4810}" v="2" dt="2023-09-14T12:15:09.742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7" autoAdjust="0"/>
    <p:restoredTop sz="94609" autoAdjust="0"/>
  </p:normalViewPr>
  <p:slideViewPr>
    <p:cSldViewPr snapToGrid="0" snapToObjects="1">
      <p:cViewPr varScale="1">
        <p:scale>
          <a:sx n="67" d="100"/>
          <a:sy n="67" d="100"/>
        </p:scale>
        <p:origin x="-302" y="-36"/>
      </p:cViewPr>
      <p:guideLst>
        <p:guide orient="horz" pos="2616"/>
        <p:guide orient="horz" pos="3264"/>
        <p:guide orient="horz" pos="2136"/>
        <p:guide orient="horz" pos="4008"/>
        <p:guide orient="horz" pos="1152"/>
        <p:guide orient="horz" pos="2352"/>
        <p:guide orient="horz" pos="1512"/>
        <p:guide orient="horz" pos="2448"/>
        <p:guide/>
        <p:guide pos="456"/>
        <p:guide pos="6912"/>
        <p:guide pos="7680"/>
        <p:guide pos="6696"/>
        <p:guide pos="1008"/>
        <p:guide pos="1584"/>
        <p:guide pos="21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RIDHA ALBAAR" userId="a2c4ea79-42ff-41d5-b7f5-7ba098f837db" providerId="ADAL" clId="{16ACF75B-EFD4-483F-8A6A-29D38CBE4810}"/>
    <pc:docChg chg="custSel addSld modSld">
      <pc:chgData name="MUHAMMAD RIDHA ALBAAR" userId="a2c4ea79-42ff-41d5-b7f5-7ba098f837db" providerId="ADAL" clId="{16ACF75B-EFD4-483F-8A6A-29D38CBE4810}" dt="2023-09-14T12:33:05.921" v="369" actId="14100"/>
      <pc:docMkLst>
        <pc:docMk/>
      </pc:docMkLst>
      <pc:sldChg chg="delSp modSp add mod">
        <pc:chgData name="MUHAMMAD RIDHA ALBAAR" userId="a2c4ea79-42ff-41d5-b7f5-7ba098f837db" providerId="ADAL" clId="{16ACF75B-EFD4-483F-8A6A-29D38CBE4810}" dt="2023-09-14T12:09:36.147" v="139" actId="948"/>
        <pc:sldMkLst>
          <pc:docMk/>
          <pc:sldMk cId="897817551" sldId="282"/>
        </pc:sldMkLst>
        <pc:spChg chg="mod">
          <ac:chgData name="MUHAMMAD RIDHA ALBAAR" userId="a2c4ea79-42ff-41d5-b7f5-7ba098f837db" providerId="ADAL" clId="{16ACF75B-EFD4-483F-8A6A-29D38CBE4810}" dt="2023-09-14T12:09:36.147" v="139" actId="948"/>
          <ac:spMkLst>
            <pc:docMk/>
            <pc:sldMk cId="897817551" sldId="282"/>
            <ac:spMk id="3" creationId="{1E0B8C4B-3A3C-9FD1-59FB-1666C1F09376}"/>
          </ac:spMkLst>
        </pc:spChg>
        <pc:spChg chg="mod">
          <ac:chgData name="MUHAMMAD RIDHA ALBAAR" userId="a2c4ea79-42ff-41d5-b7f5-7ba098f837db" providerId="ADAL" clId="{16ACF75B-EFD4-483F-8A6A-29D38CBE4810}" dt="2023-09-14T12:06:38.961" v="35" actId="14100"/>
          <ac:spMkLst>
            <pc:docMk/>
            <pc:sldMk cId="897817551" sldId="282"/>
            <ac:spMk id="4" creationId="{7BFA263A-0E89-6832-87C0-A7AC7FA21C23}"/>
          </ac:spMkLst>
        </pc:spChg>
        <pc:picChg chg="del">
          <ac:chgData name="MUHAMMAD RIDHA ALBAAR" userId="a2c4ea79-42ff-41d5-b7f5-7ba098f837db" providerId="ADAL" clId="{16ACF75B-EFD4-483F-8A6A-29D38CBE4810}" dt="2023-09-14T12:05:57.092" v="1" actId="478"/>
          <ac:picMkLst>
            <pc:docMk/>
            <pc:sldMk cId="897817551" sldId="282"/>
            <ac:picMk id="5" creationId="{68326159-AB04-9E6E-4B87-1BBF00009844}"/>
          </ac:picMkLst>
        </pc:picChg>
        <pc:picChg chg="del">
          <ac:chgData name="MUHAMMAD RIDHA ALBAAR" userId="a2c4ea79-42ff-41d5-b7f5-7ba098f837db" providerId="ADAL" clId="{16ACF75B-EFD4-483F-8A6A-29D38CBE4810}" dt="2023-09-14T12:06:03.085" v="6" actId="478"/>
          <ac:picMkLst>
            <pc:docMk/>
            <pc:sldMk cId="897817551" sldId="282"/>
            <ac:picMk id="7" creationId="{94AFDDD7-53A5-DD7D-F819-E2B07EC3C189}"/>
          </ac:picMkLst>
        </pc:picChg>
        <pc:picChg chg="del">
          <ac:chgData name="MUHAMMAD RIDHA ALBAAR" userId="a2c4ea79-42ff-41d5-b7f5-7ba098f837db" providerId="ADAL" clId="{16ACF75B-EFD4-483F-8A6A-29D38CBE4810}" dt="2023-09-14T12:06:05.225" v="7" actId="478"/>
          <ac:picMkLst>
            <pc:docMk/>
            <pc:sldMk cId="897817551" sldId="282"/>
            <ac:picMk id="11" creationId="{196A7542-C8A8-3E9F-833B-580A027C703B}"/>
          </ac:picMkLst>
        </pc:picChg>
      </pc:sldChg>
      <pc:sldChg chg="addSp modSp add mod">
        <pc:chgData name="MUHAMMAD RIDHA ALBAAR" userId="a2c4ea79-42ff-41d5-b7f5-7ba098f837db" providerId="ADAL" clId="{16ACF75B-EFD4-483F-8A6A-29D38CBE4810}" dt="2023-09-14T12:33:05.921" v="369" actId="14100"/>
        <pc:sldMkLst>
          <pc:docMk/>
          <pc:sldMk cId="2725542114" sldId="283"/>
        </pc:sldMkLst>
        <pc:spChg chg="mod">
          <ac:chgData name="MUHAMMAD RIDHA ALBAAR" userId="a2c4ea79-42ff-41d5-b7f5-7ba098f837db" providerId="ADAL" clId="{16ACF75B-EFD4-483F-8A6A-29D38CBE4810}" dt="2023-09-14T12:21:14.813" v="322" actId="5793"/>
          <ac:spMkLst>
            <pc:docMk/>
            <pc:sldMk cId="2725542114" sldId="283"/>
            <ac:spMk id="3" creationId="{1E0B8C4B-3A3C-9FD1-59FB-1666C1F09376}"/>
          </ac:spMkLst>
        </pc:spChg>
        <pc:spChg chg="mod">
          <ac:chgData name="MUHAMMAD RIDHA ALBAAR" userId="a2c4ea79-42ff-41d5-b7f5-7ba098f837db" providerId="ADAL" clId="{16ACF75B-EFD4-483F-8A6A-29D38CBE4810}" dt="2023-09-14T12:15:21.211" v="155" actId="20577"/>
          <ac:spMkLst>
            <pc:docMk/>
            <pc:sldMk cId="2725542114" sldId="283"/>
            <ac:spMk id="4" creationId="{7BFA263A-0E89-6832-87C0-A7AC7FA21C23}"/>
          </ac:spMkLst>
        </pc:spChg>
        <pc:picChg chg="add mod">
          <ac:chgData name="MUHAMMAD RIDHA ALBAAR" userId="a2c4ea79-42ff-41d5-b7f5-7ba098f837db" providerId="ADAL" clId="{16ACF75B-EFD4-483F-8A6A-29D38CBE4810}" dt="2023-09-14T12:23:52.590" v="324" actId="1076"/>
          <ac:picMkLst>
            <pc:docMk/>
            <pc:sldMk cId="2725542114" sldId="283"/>
            <ac:picMk id="5" creationId="{B927284A-B53C-47B1-7E62-04CEE6D0FEE5}"/>
          </ac:picMkLst>
        </pc:picChg>
        <pc:picChg chg="add mod">
          <ac:chgData name="MUHAMMAD RIDHA ALBAAR" userId="a2c4ea79-42ff-41d5-b7f5-7ba098f837db" providerId="ADAL" clId="{16ACF75B-EFD4-483F-8A6A-29D38CBE4810}" dt="2023-09-14T12:33:05.921" v="369" actId="14100"/>
          <ac:picMkLst>
            <pc:docMk/>
            <pc:sldMk cId="2725542114" sldId="283"/>
            <ac:picMk id="7" creationId="{6DB42BBD-C108-F8A7-0E73-4BB9328D73E1}"/>
          </ac:picMkLst>
        </pc:picChg>
      </pc:sldChg>
      <pc:sldChg chg="addSp delSp modSp new mod">
        <pc:chgData name="MUHAMMAD RIDHA ALBAAR" userId="a2c4ea79-42ff-41d5-b7f5-7ba098f837db" providerId="ADAL" clId="{16ACF75B-EFD4-483F-8A6A-29D38CBE4810}" dt="2023-09-14T12:32:33.562" v="358" actId="14100"/>
        <pc:sldMkLst>
          <pc:docMk/>
          <pc:sldMk cId="1077866188" sldId="284"/>
        </pc:sldMkLst>
        <pc:spChg chg="del">
          <ac:chgData name="MUHAMMAD RIDHA ALBAAR" userId="a2c4ea79-42ff-41d5-b7f5-7ba098f837db" providerId="ADAL" clId="{16ACF75B-EFD4-483F-8A6A-29D38CBE4810}" dt="2023-09-14T12:31:36.727" v="352" actId="478"/>
          <ac:spMkLst>
            <pc:docMk/>
            <pc:sldMk cId="1077866188" sldId="284"/>
            <ac:spMk id="2" creationId="{41E1C5AB-77F4-E2FA-0A9C-9B5A56C313D2}"/>
          </ac:spMkLst>
        </pc:spChg>
        <pc:spChg chg="del">
          <ac:chgData name="MUHAMMAD RIDHA ALBAAR" userId="a2c4ea79-42ff-41d5-b7f5-7ba098f837db" providerId="ADAL" clId="{16ACF75B-EFD4-483F-8A6A-29D38CBE4810}" dt="2023-09-14T12:31:40.388" v="353" actId="478"/>
          <ac:spMkLst>
            <pc:docMk/>
            <pc:sldMk cId="1077866188" sldId="284"/>
            <ac:spMk id="3" creationId="{46198432-9630-98D2-D51F-B95EE56D7EF4}"/>
          </ac:spMkLst>
        </pc:spChg>
        <pc:spChg chg="del">
          <ac:chgData name="MUHAMMAD RIDHA ALBAAR" userId="a2c4ea79-42ff-41d5-b7f5-7ba098f837db" providerId="ADAL" clId="{16ACF75B-EFD4-483F-8A6A-29D38CBE4810}" dt="2023-09-14T12:31:44.762" v="354" actId="478"/>
          <ac:spMkLst>
            <pc:docMk/>
            <pc:sldMk cId="1077866188" sldId="284"/>
            <ac:spMk id="4" creationId="{EB7FAEF4-8A68-17A6-8CDA-EA3F2D45B38F}"/>
          </ac:spMkLst>
        </pc:spChg>
        <pc:picChg chg="add mod">
          <ac:chgData name="MUHAMMAD RIDHA ALBAAR" userId="a2c4ea79-42ff-41d5-b7f5-7ba098f837db" providerId="ADAL" clId="{16ACF75B-EFD4-483F-8A6A-29D38CBE4810}" dt="2023-09-14T12:32:33.562" v="358" actId="14100"/>
          <ac:picMkLst>
            <pc:docMk/>
            <pc:sldMk cId="1077866188" sldId="284"/>
            <ac:picMk id="7" creationId="{C30DDFAA-5C45-1090-A2B1-760C7CA84F2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78086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 descr="preencoded.png">
            <a:extLst>
              <a:ext uri="{FF2B5EF4-FFF2-40B4-BE49-F238E27FC236}">
                <a16:creationId xmlns:a16="http://schemas.microsoft.com/office/drawing/2014/main" xmlns="" id="{BA5D5A72-CB6F-F8DE-E2C9-90459C8C3DC1}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E66FD7FF-2869-7902-36B2-2B229AB9AB19}"/>
              </a:ext>
            </a:extLst>
          </p:cNvPr>
          <p:cNvSpPr/>
          <p:nvPr userDrawn="1"/>
        </p:nvSpPr>
        <p:spPr>
          <a:xfrm>
            <a:off x="1600201" y="1153228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B1457C88-4472-81CF-02AF-4421E0A3084B}"/>
              </a:ext>
            </a:extLst>
          </p:cNvPr>
          <p:cNvSpPr/>
          <p:nvPr userDrawn="1"/>
        </p:nvSpPr>
        <p:spPr>
          <a:xfrm>
            <a:off x="2795588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3092" y="1984248"/>
            <a:ext cx="5385816" cy="1225296"/>
          </a:xfrm>
        </p:spPr>
        <p:txBody>
          <a:bodyPr tIns="0" anchor="b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9496" y="3483864"/>
            <a:ext cx="3493008" cy="878908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3179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75923D9E-9381-3D11-B31A-1BF5C97F35B0}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xmlns="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0F297964-0B81-31DC-6D6D-1414832238B1}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xmlns="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xmlns="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 descr="preencoded.png">
            <a:extLst>
              <a:ext uri="{FF2B5EF4-FFF2-40B4-BE49-F238E27FC236}">
                <a16:creationId xmlns:a16="http://schemas.microsoft.com/office/drawing/2014/main" xmlns="" id="{EFFAEAD9-58A9-096B-C6D0-58F7AD08EB20}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1CFBBA-B680-A6A7-3C4B-5FEAC425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72386C43-DD10-E892-08AD-D6F4AE96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770632"/>
            <a:ext cx="5693664" cy="312216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xmlns="" id="{C35EFB42-020B-1DF4-3D42-26092CE45F08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0 w 3430200"/>
              <a:gd name="connsiteY0" fmla="*/ 0 h 3430665"/>
              <a:gd name="connsiteX1" fmla="*/ 3430200 w 3430200"/>
              <a:gd name="connsiteY1" fmla="*/ 0 h 3430665"/>
              <a:gd name="connsiteX2" fmla="*/ 3430200 w 3430200"/>
              <a:gd name="connsiteY2" fmla="*/ 3430665 h 3430665"/>
              <a:gd name="connsiteX3" fmla="*/ 0 w 3430200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AB4DD322-D1E0-74CB-BBFF-057426E58EBC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3430200 w 3430200"/>
              <a:gd name="connsiteY0" fmla="*/ 0 h 3430665"/>
              <a:gd name="connsiteX1" fmla="*/ 3430200 w 3430200"/>
              <a:gd name="connsiteY1" fmla="*/ 3430665 h 3430665"/>
              <a:gd name="connsiteX2" fmla="*/ 0 w 3430200"/>
              <a:gd name="connsiteY2" fmla="*/ 3430665 h 3430665"/>
              <a:gd name="connsiteX3" fmla="*/ 0 w 3430200"/>
              <a:gd name="connsiteY3" fmla="*/ 3417531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C11D3FCE-EC92-8558-A3E5-04DB12477A3B}"/>
              </a:ext>
            </a:extLst>
          </p:cNvPr>
          <p:cNvSpPr/>
          <p:nvPr userDrawn="1"/>
        </p:nvSpPr>
        <p:spPr>
          <a:xfrm>
            <a:off x="1" y="1"/>
            <a:ext cx="3423785" cy="3437345"/>
          </a:xfrm>
          <a:custGeom>
            <a:avLst/>
            <a:gdLst>
              <a:gd name="connsiteX0" fmla="*/ 0 w 3423785"/>
              <a:gd name="connsiteY0" fmla="*/ 0 h 3437345"/>
              <a:gd name="connsiteX1" fmla="*/ 3423785 w 3423785"/>
              <a:gd name="connsiteY1" fmla="*/ 0 h 3437345"/>
              <a:gd name="connsiteX2" fmla="*/ 3423785 w 3423785"/>
              <a:gd name="connsiteY2" fmla="*/ 3437345 h 3437345"/>
              <a:gd name="connsiteX3" fmla="*/ 0 w 342378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224528" y="2276856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4224528" y="3222752"/>
            <a:ext cx="6766560" cy="27005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4224528" y="457200"/>
            <a:ext cx="3200400" cy="274320"/>
          </a:xfrm>
        </p:spPr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xmlns="" id="{217CBC9E-B934-828F-2AE5-211CEF5B1D25}"/>
              </a:ext>
            </a:extLst>
          </p:cNvPr>
          <p:cNvSpPr/>
          <p:nvPr userDrawn="1"/>
        </p:nvSpPr>
        <p:spPr>
          <a:xfrm>
            <a:off x="1" y="869"/>
            <a:ext cx="3423785" cy="3436477"/>
          </a:xfrm>
          <a:custGeom>
            <a:avLst/>
            <a:gdLst>
              <a:gd name="connsiteX0" fmla="*/ 0 w 3423785"/>
              <a:gd name="connsiteY0" fmla="*/ 0 h 3436477"/>
              <a:gd name="connsiteX1" fmla="*/ 3423785 w 3423785"/>
              <a:gd name="connsiteY1" fmla="*/ 3436477 h 3436477"/>
              <a:gd name="connsiteX2" fmla="*/ 0 w 3423785"/>
              <a:gd name="connsiteY2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7218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xmlns="" id="{3D352B04-96E6-839B-9D92-EE98385C4D49}"/>
              </a:ext>
            </a:extLst>
          </p:cNvPr>
          <p:cNvSpPr/>
          <p:nvPr userDrawn="1"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xmlns="" id="{723D98FB-5EB7-A8DF-8470-B23A80D669E4}"/>
              </a:ext>
            </a:extLst>
          </p:cNvPr>
          <p:cNvSpPr/>
          <p:nvPr userDrawn="1"/>
        </p:nvSpPr>
        <p:spPr>
          <a:xfrm>
            <a:off x="7610252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xmlns="" id="{4550F3CE-BAE9-3916-42CA-F4D906FA5173}"/>
              </a:ext>
            </a:extLst>
          </p:cNvPr>
          <p:cNvSpPr/>
          <p:nvPr userDrawn="1"/>
        </p:nvSpPr>
        <p:spPr>
          <a:xfrm>
            <a:off x="9883919" y="2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xmlns="" id="{D83F65A0-0C52-48AD-DC5D-B5D3BF3CC188}"/>
              </a:ext>
            </a:extLst>
          </p:cNvPr>
          <p:cNvSpPr/>
          <p:nvPr userDrawn="1"/>
        </p:nvSpPr>
        <p:spPr>
          <a:xfrm>
            <a:off x="8395730" y="2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xmlns="" id="{F8FA7F58-C470-6376-9DB1-DE7034C491E8}"/>
              </a:ext>
            </a:extLst>
          </p:cNvPr>
          <p:cNvSpPr/>
          <p:nvPr userDrawn="1"/>
        </p:nvSpPr>
        <p:spPr>
          <a:xfrm>
            <a:off x="1390854" y="3130662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xmlns="" id="{B27C9E57-563E-7980-7B3C-45FAD9C386F4}"/>
              </a:ext>
            </a:extLst>
          </p:cNvPr>
          <p:cNvSpPr/>
          <p:nvPr userDrawn="1"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3776472"/>
            <a:ext cx="6400800" cy="7680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5600" y="4718304"/>
            <a:ext cx="6400800" cy="512064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xmlns="" id="{2459EA3C-8B88-5F1F-531E-7DA7DE55710B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496" y="2103120"/>
            <a:ext cx="11119104" cy="44348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0804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xmlns="" id="{B0C0F070-237F-C60F-3458-4D4D9BA0A222}"/>
              </a:ext>
            </a:extLst>
          </p:cNvPr>
          <p:cNvSpPr/>
          <p:nvPr userDrawn="1"/>
        </p:nvSpPr>
        <p:spPr>
          <a:xfrm>
            <a:off x="9866106" y="0"/>
            <a:ext cx="2325894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904" y="2825496"/>
            <a:ext cx="10680192" cy="28346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457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33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xmlns="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984248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xmlns="" id="{A2733C45-7C53-2BC5-3F62-D069650A7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20" y="4308475"/>
            <a:ext cx="3932238" cy="58896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xmlns="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2" name="Image 1" descr="preencoded.png">
            <a:extLst>
              <a:ext uri="{FF2B5EF4-FFF2-40B4-BE49-F238E27FC236}">
                <a16:creationId xmlns:a16="http://schemas.microsoft.com/office/drawing/2014/main" xmlns="" id="{2A3EC91E-4089-D366-06D3-3E66F93DFAF3}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xmlns="" id="{70F595E1-C910-3710-90E9-AF5FFCE05861}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33" name="Image 4" descr="preencoded.png">
            <a:extLst>
              <a:ext uri="{FF2B5EF4-FFF2-40B4-BE49-F238E27FC236}">
                <a16:creationId xmlns:a16="http://schemas.microsoft.com/office/drawing/2014/main" xmlns="" id="{EC46DC71-C12A-96C8-3FE2-AA95AB58B349}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xmlns="" id="{AA39EF58-54F1-4AC9-1D83-2E7DEEAAEA6A}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xmlns="" id="{0C320934-59CC-4123-C7C1-FEEE89F3045F}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5285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CC43996-DAC9-130F-CB05-4A8A90381D37}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xmlns="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05" y="239202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05" y="4989515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xmlns="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885" y="5599755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xmlns="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17361" y="239261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xmlns="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6747" y="4990111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xmlns="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4073" y="5600351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xmlns="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817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xmlns="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4589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xmlns="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2529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xmlns="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4272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xmlns="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2431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xmlns="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90984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xmlns="" val="258665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800" y="457200"/>
            <a:ext cx="987552" cy="274320"/>
          </a:xfrm>
        </p:spPr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xmlns="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1016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xmlns="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xmlns="" id="{BB749B9A-080F-37C0-08E6-909A5DA55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71016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xmlns="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xmlns="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xmlns="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8288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xmlns="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xmlns="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xmlns="" id="{B5D5100A-3D51-45DB-3A84-9E7FB85261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28288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xmlns="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xmlns="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xmlns="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85560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xmlns="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xmlns="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xmlns="" id="{3D2AAC25-9404-1F6F-200C-5660F49958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85560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xmlns="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xmlns="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xmlns="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42832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xmlns="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xmlns="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xmlns="" id="{90CBAA5D-3D9B-0CB5-E527-996433638BE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42832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xmlns="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xmlns="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xmlns="" val="190070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B950ED98-B5D1-206C-403F-FA954F9D2CFF}"/>
              </a:ext>
            </a:extLst>
          </p:cNvPr>
          <p:cNvSpPr/>
          <p:nvPr userDrawn="1"/>
        </p:nvSpPr>
        <p:spPr>
          <a:xfrm>
            <a:off x="685338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0E8643CE-01D9-3E5E-15F6-20689F775F15}"/>
              </a:ext>
            </a:extLst>
          </p:cNvPr>
          <p:cNvSpPr/>
          <p:nvPr userDrawn="1"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5AF82DDD-EDEC-7D87-F43A-113C5E4A4FE7}"/>
              </a:ext>
            </a:extLst>
          </p:cNvPr>
          <p:cNvSpPr/>
          <p:nvPr userDrawn="1"/>
        </p:nvSpPr>
        <p:spPr>
          <a:xfrm>
            <a:off x="5116484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E47E492E-967F-54B7-55B1-08A5E1C3615B}"/>
              </a:ext>
            </a:extLst>
          </p:cNvPr>
          <p:cNvSpPr/>
          <p:nvPr userDrawn="1"/>
        </p:nvSpPr>
        <p:spPr>
          <a:xfrm>
            <a:off x="9547629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DC0053FE-E44A-CA97-F782-67FC633E722E}"/>
              </a:ext>
            </a:extLst>
          </p:cNvPr>
          <p:cNvSpPr/>
          <p:nvPr userDrawn="1"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xmlns="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38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xmlns="" id="{2F18FBB7-2D21-7954-1324-C7D3BFE5C8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xmlns="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1058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xmlns="" id="{79F9AD31-B0C5-3563-C73A-8B6297FCF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00910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xmlns="" id="{05E8E8EF-4954-870B-04E5-82BC660A673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xmlns="" id="{75981CD1-EA26-D1CF-F19E-B58C16BA8A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46630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xmlns="" id="{3A09BBD1-5CBC-B0EF-71C0-054FCB989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6484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xmlns="" id="{4AD0C8C9-DB5A-6DC8-2729-A21F1A5CF1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xmlns="" id="{F02DE2DC-F65C-32A5-5821-89FB2F53C3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2204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xmlns="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32057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xmlns="" id="{139354A0-F5DF-3AC5-5E8B-A41146C26F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xmlns="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7777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xmlns="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7629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xmlns="" id="{D5BF3A8A-72F1-392E-855B-5B36E244A7F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xmlns="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3349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87251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xmlns="" id="{E2DECB02-D9CE-E57A-0604-BFF41EC38AFA}"/>
              </a:ext>
            </a:extLst>
          </p:cNvPr>
          <p:cNvSpPr/>
          <p:nvPr userDrawn="1"/>
        </p:nvSpPr>
        <p:spPr>
          <a:xfrm>
            <a:off x="0" y="0"/>
            <a:ext cx="2838450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xmlns="" id="{68E760EA-7D83-1DF2-A8EE-4F218084E74F}"/>
              </a:ext>
            </a:extLst>
          </p:cNvPr>
          <p:cNvSpPr/>
          <p:nvPr userDrawn="1"/>
        </p:nvSpPr>
        <p:spPr>
          <a:xfrm>
            <a:off x="1" y="-1"/>
            <a:ext cx="1970627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FF3F3353-78A1-F584-81A6-9513382DF18F}"/>
              </a:ext>
            </a:extLst>
          </p:cNvPr>
          <p:cNvSpPr/>
          <p:nvPr userDrawn="1"/>
        </p:nvSpPr>
        <p:spPr>
          <a:xfrm>
            <a:off x="1" y="1"/>
            <a:ext cx="1003449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5C6DDD-D2BB-0153-0F53-9F7C17BD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Image 2" descr="preencoded.png">
            <a:extLst>
              <a:ext uri="{FF2B5EF4-FFF2-40B4-BE49-F238E27FC236}">
                <a16:creationId xmlns:a16="http://schemas.microsoft.com/office/drawing/2014/main" xmlns="" id="{790E862E-398F-571C-EC2C-3D17164DE059}"/>
              </a:ext>
            </a:extLst>
          </p:cNvPr>
          <p:cNvSpPr/>
          <p:nvPr/>
        </p:nvSpPr>
        <p:spPr>
          <a:xfrm>
            <a:off x="1458332" y="590133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xmlns="" id="{AB1DF8DE-0EED-2627-4B5E-266C0BC276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xmlns="" id="{5AE99EEE-38C4-CB2D-EEA0-8A2EB6F129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1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xmlns="" id="{AA90F0AE-69F4-EBD3-AED1-81E98D3481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xmlns="" id="{F9E49243-B04A-D7AF-B4C7-8E1AE776F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xmlns="" id="{4780DCD4-46DE-8C31-9F39-FC6E45FC1E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6" name="Text Placeholder 51">
            <a:extLst>
              <a:ext uri="{FF2B5EF4-FFF2-40B4-BE49-F238E27FC236}">
                <a16:creationId xmlns:a16="http://schemas.microsoft.com/office/drawing/2014/main" xmlns="" id="{9FBDF935-4925-03EC-CBC9-1EBA90DF84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338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1">
            <a:extLst>
              <a:ext uri="{FF2B5EF4-FFF2-40B4-BE49-F238E27FC236}">
                <a16:creationId xmlns:a16="http://schemas.microsoft.com/office/drawing/2014/main" xmlns="" id="{9BB76AA7-442D-54A7-D075-C67F4743896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00911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xmlns="" id="{9E419856-1586-F2D8-A1B4-F67FEE9839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16484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xmlns="" id="{AED74DD2-EAE3-76BF-56B9-C04FCED1F2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32057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51">
            <a:extLst>
              <a:ext uri="{FF2B5EF4-FFF2-40B4-BE49-F238E27FC236}">
                <a16:creationId xmlns:a16="http://schemas.microsoft.com/office/drawing/2014/main" xmlns="" id="{0A39AD48-2F98-C0C9-DE08-CED7EBF816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7629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xmlns="" id="{E6BE61D7-B0A3-902B-4F58-727982880EF5}"/>
              </a:ext>
            </a:extLst>
          </p:cNvPr>
          <p:cNvCxnSpPr>
            <a:cxnSpLocks/>
          </p:cNvCxnSpPr>
          <p:nvPr userDrawn="1"/>
        </p:nvCxnSpPr>
        <p:spPr>
          <a:xfrm>
            <a:off x="739398" y="4187681"/>
            <a:ext cx="10812360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85033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xmlns="" id="{C26B5661-F583-FA44-8353-161B862E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Image 0" descr="preencoded.png">
            <a:extLst>
              <a:ext uri="{FF2B5EF4-FFF2-40B4-BE49-F238E27FC236}">
                <a16:creationId xmlns:a16="http://schemas.microsoft.com/office/drawing/2014/main" xmlns="" id="{CD2D664E-6702-6607-A37E-2E996144917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xmlns="" id="{951C5737-DF7E-D671-AC74-9E488335B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xmlns="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xmlns="" id="{F232A1E1-DD38-15EA-6CA1-A84950EC43F0}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 descr="preencoded.png">
            <a:extLst>
              <a:ext uri="{FF2B5EF4-FFF2-40B4-BE49-F238E27FC236}">
                <a16:creationId xmlns:a16="http://schemas.microsoft.com/office/drawing/2014/main" xmlns="" id="{B9036D42-A06F-E6EE-BB91-8BAF045198BE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xmlns="" id="{86E0540C-3355-A50D-AC61-047B54B70C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xmlns="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5032" y="2877312"/>
            <a:ext cx="3741928" cy="3684588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6720" y="2330704"/>
            <a:ext cx="3822192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54112" y="2877312"/>
            <a:ext cx="3741928" cy="3684588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7103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34440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xmlns="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32" y="2743200"/>
            <a:ext cx="3328416" cy="3557016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xmlns="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xmlns="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2124" y="3950208"/>
            <a:ext cx="2770632" cy="2206752"/>
          </a:xfrm>
          <a:noFill/>
        </p:spPr>
        <p:txBody>
          <a:bodyPr lIns="91440" rIns="91440" anchor="t">
            <a:norm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xmlns="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3984" y="2743200"/>
            <a:ext cx="3328416" cy="3557016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xmlns="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xmlns="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2876" y="3950208"/>
            <a:ext cx="2770632" cy="2206752"/>
          </a:xfrm>
          <a:noFill/>
        </p:spPr>
        <p:txBody>
          <a:bodyPr lIns="91440" rIns="91440" anchor="t">
            <a:norm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xmlns="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92440" y="2743200"/>
            <a:ext cx="3328416" cy="3557016"/>
          </a:xfrm>
          <a:noFill/>
          <a:ln w="12700">
            <a:solidFill>
              <a:schemeClr val="accent4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xmlns="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xmlns="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71332" y="3950208"/>
            <a:ext cx="2770632" cy="2206752"/>
          </a:xfrm>
          <a:noFill/>
        </p:spPr>
        <p:txBody>
          <a:bodyPr lIns="91440" rIns="91440" anchor="t">
            <a:norm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1268954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mage 2" descr="preencoded.png">
            <a:extLst>
              <a:ext uri="{FF2B5EF4-FFF2-40B4-BE49-F238E27FC236}">
                <a16:creationId xmlns:a16="http://schemas.microsoft.com/office/drawing/2014/main" xmlns="" id="{ABC388A2-FFC7-1A87-02FB-C97B50161FD3}"/>
              </a:ext>
            </a:extLst>
          </p:cNvPr>
          <p:cNvSpPr/>
          <p:nvPr/>
        </p:nvSpPr>
        <p:spPr>
          <a:xfrm>
            <a:off x="8758238" y="-14287"/>
            <a:ext cx="3433763" cy="3452812"/>
          </a:xfrm>
          <a:custGeom>
            <a:avLst/>
            <a:gdLst>
              <a:gd name="connsiteX0" fmla="*/ 3433763 w 3433763"/>
              <a:gd name="connsiteY0" fmla="*/ 0 h 3452812"/>
              <a:gd name="connsiteX1" fmla="*/ 3433763 w 3433763"/>
              <a:gd name="connsiteY1" fmla="*/ 3452813 h 3452812"/>
              <a:gd name="connsiteX2" fmla="*/ 0 w 3433763"/>
              <a:gd name="connsiteY2" fmla="*/ 3452813 h 3452812"/>
              <a:gd name="connsiteX3" fmla="*/ 3433763 w 3433763"/>
              <a:gd name="connsiteY3" fmla="*/ 0 h 345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Image 3" descr="preencoded.png">
            <a:extLst>
              <a:ext uri="{FF2B5EF4-FFF2-40B4-BE49-F238E27FC236}">
                <a16:creationId xmlns:a16="http://schemas.microsoft.com/office/drawing/2014/main" xmlns="" id="{D64C4994-B525-F4C0-B74F-D5E8296DFC43}"/>
              </a:ext>
            </a:extLst>
          </p:cNvPr>
          <p:cNvSpPr/>
          <p:nvPr/>
        </p:nvSpPr>
        <p:spPr>
          <a:xfrm>
            <a:off x="8758238" y="3438525"/>
            <a:ext cx="3433763" cy="3433762"/>
          </a:xfrm>
          <a:custGeom>
            <a:avLst/>
            <a:gdLst>
              <a:gd name="connsiteX0" fmla="*/ 0 w 3433763"/>
              <a:gd name="connsiteY0" fmla="*/ 0 h 3433762"/>
              <a:gd name="connsiteX1" fmla="*/ 3433763 w 3433763"/>
              <a:gd name="connsiteY1" fmla="*/ 0 h 3433762"/>
              <a:gd name="connsiteX2" fmla="*/ 3433763 w 3433763"/>
              <a:gd name="connsiteY2" fmla="*/ 3433763 h 3433762"/>
              <a:gd name="connsiteX3" fmla="*/ 0 w 3433763"/>
              <a:gd name="connsiteY3" fmla="*/ 0 h 343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Image 4" descr="preencoded.png">
            <a:extLst>
              <a:ext uri="{FF2B5EF4-FFF2-40B4-BE49-F238E27FC236}">
                <a16:creationId xmlns:a16="http://schemas.microsoft.com/office/drawing/2014/main" xmlns="" id="{9019DA73-2516-F3D2-ECDB-620C90483DB3}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3" name="Image 7" descr="preencoded.png">
            <a:extLst>
              <a:ext uri="{FF2B5EF4-FFF2-40B4-BE49-F238E27FC236}">
                <a16:creationId xmlns:a16="http://schemas.microsoft.com/office/drawing/2014/main" xmlns="" id="{FEA70E9F-C506-413C-11EF-5915A2296643}"/>
              </a:ext>
            </a:extLst>
          </p:cNvPr>
          <p:cNvSpPr/>
          <p:nvPr/>
        </p:nvSpPr>
        <p:spPr>
          <a:xfrm flipV="1">
            <a:off x="-20086" y="4580051"/>
            <a:ext cx="2277948" cy="2277948"/>
          </a:xfrm>
          <a:custGeom>
            <a:avLst/>
            <a:gdLst>
              <a:gd name="connsiteX0" fmla="*/ 0 w 2277948"/>
              <a:gd name="connsiteY0" fmla="*/ 2277948 h 2277948"/>
              <a:gd name="connsiteX1" fmla="*/ 2277948 w 2277948"/>
              <a:gd name="connsiteY1" fmla="*/ 0 h 2277948"/>
              <a:gd name="connsiteX2" fmla="*/ 0 w 2277948"/>
              <a:gd name="connsiteY2" fmla="*/ 0 h 2277948"/>
              <a:gd name="connsiteX3" fmla="*/ 0 w 2277948"/>
              <a:gd name="connsiteY3" fmla="*/ 2277948 h 22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xmlns="" id="{A8B7F1F1-806C-8D65-7340-220A0C4653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xmlns="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</p:spPr>
      </p:pic>
      <p:sp>
        <p:nvSpPr>
          <p:cNvPr id="54" name="Image 2" descr="preencoded.png">
            <a:extLst>
              <a:ext uri="{FF2B5EF4-FFF2-40B4-BE49-F238E27FC236}">
                <a16:creationId xmlns:a16="http://schemas.microsoft.com/office/drawing/2014/main" xmlns="" id="{F19C81EC-0322-58A2-C455-6E2C84D1E6E8}"/>
              </a:ext>
            </a:extLst>
          </p:cNvPr>
          <p:cNvSpPr/>
          <p:nvPr/>
        </p:nvSpPr>
        <p:spPr>
          <a:xfrm>
            <a:off x="1707959" y="5667616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0" y="1883664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760" y="2837688"/>
            <a:ext cx="5879592" cy="27005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1F9FD95-086F-282B-820C-8CDAD4A6EE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48485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AEF1F750-031C-BDB7-BD7B-9CBE17406FDB}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 descr="preencoded.png">
            <a:extLst>
              <a:ext uri="{FF2B5EF4-FFF2-40B4-BE49-F238E27FC236}">
                <a16:creationId xmlns:a16="http://schemas.microsoft.com/office/drawing/2014/main" xmlns="" id="{FEB515B5-2D9F-58E1-6E3C-CCBF105D891E}"/>
              </a:ext>
            </a:extLst>
          </p:cNvPr>
          <p:cNvSpPr/>
          <p:nvPr userDrawn="1"/>
        </p:nvSpPr>
        <p:spPr>
          <a:xfrm>
            <a:off x="7538626" y="13142"/>
            <a:ext cx="4653374" cy="6831717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xmlns="" id="{5CCFEDF9-5B69-87BA-8A33-35033DA401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xmlns="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048" y="1975104"/>
            <a:ext cx="4169664" cy="667512"/>
          </a:xfrm>
        </p:spPr>
        <p:txBody>
          <a:bodyPr tIns="0" anchor="b" anchorCtr="0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336" y="2846832"/>
            <a:ext cx="4169664" cy="2176272"/>
          </a:xfrm>
        </p:spPr>
        <p:txBody>
          <a:bodyPr lIns="91440" tIns="0" rIns="91440" bIns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72898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 descr="preencoded.png">
            <a:extLst>
              <a:ext uri="{FF2B5EF4-FFF2-40B4-BE49-F238E27FC236}">
                <a16:creationId xmlns:a16="http://schemas.microsoft.com/office/drawing/2014/main" xmlns="" id="{8D5D10FF-3DE5-39CA-FA9A-29A09DC47BF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xmlns="" id="{BFA89E6A-8342-AE30-45E0-BC1DFE327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xmlns="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A08309FA-889A-E2F2-1EDA-F872245F5FDF}"/>
              </a:ext>
            </a:extLst>
          </p:cNvPr>
          <p:cNvSpPr/>
          <p:nvPr userDrawn="1"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Image 5" descr="preencoded.png">
            <a:extLst>
              <a:ext uri="{FF2B5EF4-FFF2-40B4-BE49-F238E27FC236}">
                <a16:creationId xmlns:a16="http://schemas.microsoft.com/office/drawing/2014/main" xmlns="" id="{D9D7EB49-4BC9-040F-C4CC-5771C5FB312B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xmlns="" id="{3CE04498-C285-EFB8-340C-1A06407815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xmlns="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8" name="Title 19">
            <a:extLst>
              <a:ext uri="{FF2B5EF4-FFF2-40B4-BE49-F238E27FC236}">
                <a16:creationId xmlns:a16="http://schemas.microsoft.com/office/drawing/2014/main" xmlns="" id="{9CBE0ADC-7FA0-F7E3-96EF-BBACB6A9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xmlns="" id="{0F9C0517-D83A-CC55-35B8-B2F990C96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5032" y="2255520"/>
            <a:ext cx="3741928" cy="4306380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xmlns="" id="{CF8BFBBE-0EAE-B647-2648-A5FB0094B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54112" y="2255520"/>
            <a:ext cx="3741928" cy="4306380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50832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xmlns="" id="{2C6B5F91-ABF5-D0B6-E43F-40CEDC3A6DF8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A52D64F1-27B6-A1E5-4F44-A6029FAB307B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71868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A626DE4B-D4E5-B36A-89FA-7C0E87AFC31D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95243571-BE64-3777-F992-88FC43A60537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81182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ADFAE2CB-0EAD-E788-FCB7-FB12F6939199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45005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CAA6B609-D718-DB49-892F-7E49376CC913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1792" y="457200"/>
            <a:ext cx="3200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52" r:id="rId3"/>
    <p:sldLayoutId id="2147483653" r:id="rId4"/>
    <p:sldLayoutId id="2147483664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55" r:id="rId12"/>
    <p:sldLayoutId id="2147483674" r:id="rId13"/>
    <p:sldLayoutId id="2147483675" r:id="rId14"/>
    <p:sldLayoutId id="2147483676" r:id="rId15"/>
    <p:sldLayoutId id="2147483654" r:id="rId16"/>
    <p:sldLayoutId id="2147483656" r:id="rId17"/>
    <p:sldLayoutId id="2147483657" r:id="rId18"/>
    <p:sldLayoutId id="2147483658" r:id="rId19"/>
    <p:sldLayoutId id="2147483659" r:id="rId20"/>
  </p:sldLayoutIdLst>
  <p:hf hd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44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6860D9-9D47-C0BB-B2B4-4B6F2B36CF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Tipe</a:t>
            </a:r>
            <a:r>
              <a:rPr lang="en-US" dirty="0" smtClean="0"/>
              <a:t>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3156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C565E9-D88A-55D3-9D42-BD1C24B6D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016" y="306234"/>
            <a:ext cx="5693664" cy="768096"/>
          </a:xfrm>
        </p:spPr>
        <p:txBody>
          <a:bodyPr/>
          <a:lstStyle/>
          <a:p>
            <a:pPr algn="ctr"/>
            <a:r>
              <a:rPr lang="en-US" dirty="0" err="1" smtClean="0">
                <a:latin typeface="Arial Black" panose="020B0604020202020204" pitchFamily="34" charset="0"/>
                <a:ea typeface="Arial Regular" pitchFamily="34" charset="-122"/>
                <a:cs typeface="Arial Black" panose="020B0604020202020204" pitchFamily="34" charset="0"/>
              </a:rPr>
              <a:t>Tipe</a:t>
            </a:r>
            <a:r>
              <a:rPr lang="en-US" dirty="0" smtClean="0">
                <a:latin typeface="Arial Black" panose="020B0604020202020204" pitchFamily="34" charset="0"/>
                <a:ea typeface="Arial Regular" pitchFamily="34" charset="-122"/>
                <a:cs typeface="Arial Black" panose="020B0604020202020204" pitchFamily="34" charset="0"/>
              </a:rPr>
              <a:t> data</a:t>
            </a:r>
            <a:endParaRPr lang="en-US" sz="4400" b="1" dirty="0">
              <a:solidFill>
                <a:schemeClr val="accent6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1F66E5-D2D7-172B-46BA-FEBFE092C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189" y="1641080"/>
            <a:ext cx="8797365" cy="3122168"/>
          </a:xfrm>
        </p:spPr>
        <p:txBody>
          <a:bodyPr/>
          <a:lstStyle/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 err="1" smtClean="0"/>
              <a:t>Tipe</a:t>
            </a:r>
            <a:r>
              <a:rPr lang="en-US" dirty="0" smtClean="0"/>
              <a:t> data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pengelompokan</a:t>
            </a:r>
            <a:r>
              <a:rPr lang="en-US" dirty="0" smtClean="0"/>
              <a:t> data </a:t>
            </a:r>
            <a:r>
              <a:rPr lang="en-US" dirty="0" err="1" smtClean="0"/>
              <a:t>berdasarkan</a:t>
            </a:r>
            <a:r>
              <a:rPr lang="en-US" dirty="0" smtClean="0"/>
              <a:t> </a:t>
            </a:r>
            <a:r>
              <a:rPr lang="en-US" dirty="0" err="1" smtClean="0"/>
              <a:t>isi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sifatnya</a:t>
            </a:r>
            <a:endParaRPr lang="en-US" dirty="0"/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logika</a:t>
            </a:r>
            <a:r>
              <a:rPr lang="en-US" dirty="0" smtClean="0"/>
              <a:t> </a:t>
            </a:r>
            <a:r>
              <a:rPr lang="en-US" dirty="0" err="1" smtClean="0"/>
              <a:t>tipe</a:t>
            </a:r>
            <a:r>
              <a:rPr lang="en-US" dirty="0" smtClean="0"/>
              <a:t> data </a:t>
            </a:r>
            <a:r>
              <a:rPr lang="en-US" dirty="0" err="1" smtClean="0"/>
              <a:t>merupakan</a:t>
            </a:r>
            <a:r>
              <a:rPr lang="en-US" dirty="0" smtClean="0"/>
              <a:t> </a:t>
            </a:r>
            <a:r>
              <a:rPr lang="en-US" dirty="0" err="1" smtClean="0"/>
              <a:t>sesuatu</a:t>
            </a:r>
            <a:r>
              <a:rPr lang="en-US" dirty="0" smtClean="0"/>
              <a:t> yang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dimasukan</a:t>
            </a:r>
            <a:r>
              <a:rPr lang="en-US" dirty="0" smtClean="0"/>
              <a:t> </a:t>
            </a:r>
            <a:r>
              <a:rPr lang="en-US" dirty="0" err="1" smtClean="0"/>
              <a:t>kedalam</a:t>
            </a:r>
            <a:r>
              <a:rPr lang="en-US" dirty="0" smtClean="0"/>
              <a:t> </a:t>
            </a:r>
            <a:r>
              <a:rPr lang="en-US" dirty="0" err="1" smtClean="0"/>
              <a:t>kotak</a:t>
            </a:r>
            <a:r>
              <a:rPr lang="en-US" dirty="0" smtClean="0"/>
              <a:t> </a:t>
            </a:r>
            <a:r>
              <a:rPr lang="en-US" dirty="0" err="1" smtClean="0"/>
              <a:t>kosong</a:t>
            </a:r>
            <a:endParaRPr lang="en-US" dirty="0"/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 smtClean="0"/>
              <a:t>tipe</a:t>
            </a:r>
            <a:r>
              <a:rPr lang="en-US" dirty="0" smtClean="0"/>
              <a:t> data : 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68177" y="2897436"/>
            <a:ext cx="5089793" cy="389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4621" y="3549538"/>
            <a:ext cx="5443556" cy="2427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855531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E0B8C4B-3A3C-9FD1-59FB-1666C1F09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2832" y="1448758"/>
            <a:ext cx="6766560" cy="4458446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 smtClean="0"/>
              <a:t>Bilangan</a:t>
            </a:r>
            <a:r>
              <a:rPr lang="en-US" dirty="0" smtClean="0"/>
              <a:t> </a:t>
            </a:r>
            <a:r>
              <a:rPr lang="en-US" dirty="0" err="1" smtClean="0"/>
              <a:t>bulat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 smtClean="0"/>
              <a:t>Bilangan</a:t>
            </a:r>
            <a:r>
              <a:rPr lang="en-US" dirty="0" smtClean="0"/>
              <a:t> Rill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 smtClean="0"/>
              <a:t>Karakter</a:t>
            </a:r>
            <a:r>
              <a:rPr lang="en-US" dirty="0" smtClean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xmlns="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7BFA263A-0E89-6832-87C0-A7AC7FA21C23}"/>
              </a:ext>
            </a:extLst>
          </p:cNvPr>
          <p:cNvSpPr txBox="1">
            <a:spLocks/>
          </p:cNvSpPr>
          <p:nvPr/>
        </p:nvSpPr>
        <p:spPr>
          <a:xfrm>
            <a:off x="4284293" y="427317"/>
            <a:ext cx="6766560" cy="7680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 err="1" smtClean="0"/>
              <a:t>Jenis</a:t>
            </a:r>
            <a:r>
              <a:rPr lang="en-US" sz="3200" dirty="0" smtClean="0"/>
              <a:t> </a:t>
            </a:r>
            <a:r>
              <a:rPr lang="en-US" sz="3200" dirty="0" err="1" smtClean="0"/>
              <a:t>tipe</a:t>
            </a:r>
            <a:r>
              <a:rPr lang="en-US" sz="3200" dirty="0" smtClean="0"/>
              <a:t> data</a:t>
            </a:r>
            <a:endParaRPr lang="en-US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72832" y="1769926"/>
            <a:ext cx="3506175" cy="1926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79007" y="1967887"/>
            <a:ext cx="3681413" cy="1579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89591" y="3974278"/>
            <a:ext cx="3741737" cy="1275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81319" y="5385259"/>
            <a:ext cx="3509963" cy="1279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979622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E0B8C4B-3A3C-9FD1-59FB-1666C1F09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6138" y="617609"/>
            <a:ext cx="6766560" cy="5772174"/>
          </a:xfrm>
        </p:spPr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String = </a:t>
            </a:r>
            <a:r>
              <a:rPr lang="en-US" dirty="0" err="1" smtClean="0"/>
              <a:t>kumpulan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beberapa</a:t>
            </a:r>
            <a:r>
              <a:rPr lang="en-US" dirty="0" smtClean="0"/>
              <a:t> </a:t>
            </a:r>
            <a:r>
              <a:rPr lang="en-US" dirty="0" err="1" smtClean="0"/>
              <a:t>karakter</a:t>
            </a: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 algn="just"/>
            <a:endParaRPr lang="en-US" dirty="0" smtClean="0"/>
          </a:p>
          <a:p>
            <a:pPr marL="285750" indent="-285750" algn="just"/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Boolean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xmlns="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84650" y="991528"/>
            <a:ext cx="6628048" cy="4219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11163" y="5211332"/>
            <a:ext cx="5501535" cy="1525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9546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8808" y="897875"/>
            <a:ext cx="6766560" cy="768096"/>
          </a:xfrm>
        </p:spPr>
        <p:txBody>
          <a:bodyPr/>
          <a:lstStyle/>
          <a:p>
            <a:r>
              <a:rPr lang="en-US" dirty="0" err="1" smtClean="0"/>
              <a:t>Tipe</a:t>
            </a:r>
            <a:r>
              <a:rPr lang="en-US" dirty="0" smtClean="0"/>
              <a:t> data </a:t>
            </a:r>
            <a:r>
              <a:rPr lang="en-US" dirty="0" err="1" smtClean="0"/>
              <a:t>dalam</a:t>
            </a:r>
            <a:r>
              <a:rPr lang="en-US" dirty="0" smtClean="0"/>
              <a:t> 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78808" y="1705118"/>
            <a:ext cx="6970262" cy="4040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64805" y="15"/>
            <a:ext cx="8715613" cy="2770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64805" y="2770743"/>
            <a:ext cx="8659813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164133" y="1399415"/>
            <a:ext cx="3628938" cy="529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14385" y="2237105"/>
            <a:ext cx="8628043" cy="368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73652" y="331654"/>
            <a:ext cx="8595325" cy="1822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60992" y="457200"/>
            <a:ext cx="7968160" cy="1916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60992" y="1788266"/>
            <a:ext cx="8631008" cy="5069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56324" y="281963"/>
            <a:ext cx="8376595" cy="2246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63427" y="2505771"/>
            <a:ext cx="7958520" cy="3608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10498" y="373484"/>
            <a:ext cx="8255516" cy="2232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76822" y="2605488"/>
            <a:ext cx="8089192" cy="3585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16919" y="457200"/>
            <a:ext cx="7851640" cy="2208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3626029" y="2666082"/>
            <a:ext cx="7842530" cy="3883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354" y="457200"/>
            <a:ext cx="7831329" cy="2467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14354" y="2989871"/>
            <a:ext cx="7759713" cy="3421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00648" y="274765"/>
            <a:ext cx="7778080" cy="5734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15292" y="457199"/>
            <a:ext cx="7889281" cy="5723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05148" y="286131"/>
            <a:ext cx="7628664" cy="4159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05148" y="4445306"/>
            <a:ext cx="7628664" cy="2285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57613" y="542524"/>
            <a:ext cx="7837640" cy="4982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757613" y="5629619"/>
            <a:ext cx="6049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Tugas</a:t>
            </a:r>
            <a:r>
              <a:rPr lang="en-US" dirty="0" smtClean="0"/>
              <a:t> </a:t>
            </a:r>
            <a:r>
              <a:rPr lang="en-US" dirty="0" err="1" smtClean="0"/>
              <a:t>Buatkan</a:t>
            </a:r>
            <a:r>
              <a:rPr lang="en-US" dirty="0" smtClean="0"/>
              <a:t> </a:t>
            </a:r>
            <a:r>
              <a:rPr lang="en-US" dirty="0" err="1" smtClean="0"/>
              <a:t>Algoritma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flowchrat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syntax </a:t>
            </a:r>
            <a:r>
              <a:rPr lang="en-US" dirty="0" err="1" smtClean="0"/>
              <a:t>diatas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F78438558_Win32_v2" id="{4C05A457-285D-454C-A9EA-F338443A797C}" vid="{298C0BDB-2F83-41C5-B87D-3BE7246FD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A2982D6-A655-4F26-86D7-B5C32A625E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1D2ED2F-BDEE-47B8-82AA-B088E838B0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7EB4D8-2DC8-4900-B296-3F8E8CD9E6A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{BBBD044B-9A37-46DA-857C-D1A077D2DC68}tf78438558_win32</Template>
  <TotalTime>329</TotalTime>
  <Words>96</Words>
  <Application>Microsoft Office PowerPoint</Application>
  <PresentationFormat>Custom</PresentationFormat>
  <Paragraphs>77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Tipe data</vt:lpstr>
      <vt:lpstr>Tipe data</vt:lpstr>
      <vt:lpstr>Slide 3</vt:lpstr>
      <vt:lpstr>Slide 4</vt:lpstr>
      <vt:lpstr>Tipe data dalam c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Komentar</dc:title>
  <dc:creator>MUHAMMAD RIDHA ALBAAR</dc:creator>
  <cp:lastModifiedBy>user</cp:lastModifiedBy>
  <cp:revision>23</cp:revision>
  <dcterms:created xsi:type="dcterms:W3CDTF">2023-09-14T11:45:42Z</dcterms:created>
  <dcterms:modified xsi:type="dcterms:W3CDTF">2024-10-09T01:05:07Z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